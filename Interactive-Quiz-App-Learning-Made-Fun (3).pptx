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8691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Quiz App – Learning Made Fun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6195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modern Android app with engaging design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20993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scoring, instant feedback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80036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quiz categories and leaderboards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539079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user profiles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4709" y="5997416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29" y="6005036"/>
            <a:ext cx="331351" cy="331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99528" y="5981224"/>
            <a:ext cx="3334583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Sathvik Reddy Sama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94391"/>
            <a:ext cx="671381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Seamless User Experience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485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Easy Registration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62140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sign-up and login process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1846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Navigation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475749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Intuitive bottom menu for quick access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3207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Tracking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589359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past performance and milestones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30485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Profiles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7139" y="362140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Customize preferences and details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41846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UI 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7139" y="475749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modern look with Material Design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7139" y="53207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Screen Flow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7139" y="589359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Smooth, responsive screen transitions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47599"/>
            <a:ext cx="651021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Engaging Quiz Experience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893576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62326" y="29679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Question Format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2326" y="3454122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Multiple-choice style for clarity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50574" y="2893576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54591" y="29679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Scores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54591" y="3454122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Immediate updates during quizzes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4234101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2326" y="43085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Feedback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2326" y="479464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answer correctness indicators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50574" y="4234101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54591" y="43085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54591" y="479464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 focus with time limits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5574625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62326" y="564903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Categories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2326" y="6135172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quizzes by topic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50574" y="5574625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54591" y="564903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54591" y="6135172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In-depth quiz performance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26250"/>
            <a:ext cx="770060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Through Competition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572226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74884" y="278880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Global Leaderboard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4884" y="3274933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 against worldwide users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547" y="2572226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40122" y="278880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Score Comparison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0122" y="3274933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peers and friends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4054793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4884" y="42713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Achievements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4884" y="4757499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milestones earned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23547" y="4054793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0122" y="42713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Statistics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40122" y="4757499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performance insights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5537359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4884" y="57539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Ranking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4884" y="6240066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updates in standings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3547" y="5537359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40122" y="57539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Social Sharing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40122" y="6240066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progress on social media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3183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Foundation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369469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1276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 &amp; Kotlin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613791"/>
            <a:ext cx="307538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Robust, modern programming languages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442" y="3369469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04442" y="41276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SQLite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04442" y="4613791"/>
            <a:ext cx="30753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 local data storage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74" y="3369469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0574" y="41276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Material Design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0574" y="4613791"/>
            <a:ext cx="30753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UI components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707" y="3369469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96707" y="41276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Gradle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96707" y="4613791"/>
            <a:ext cx="30753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build system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58309" y="555093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Android SDK integration and optimized performance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422" y="557689"/>
            <a:ext cx="5845493" cy="66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Application Architecture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03770" y="1628299"/>
            <a:ext cx="22860" cy="6043613"/>
          </a:xfrm>
          <a:prstGeom prst="roundRect">
            <a:avLst>
              <a:gd name="adj" fmla="val 796920"/>
            </a:avLst>
          </a:prstGeom>
          <a:solidFill>
            <a:srgbClr val="C1C3D0"/>
          </a:solidFill>
          <a:ln/>
        </p:spPr>
      </p:sp>
      <p:sp>
        <p:nvSpPr>
          <p:cNvPr id="4" name="Shape 2"/>
          <p:cNvSpPr/>
          <p:nvPr/>
        </p:nvSpPr>
        <p:spPr>
          <a:xfrm>
            <a:off x="6503134" y="1844516"/>
            <a:ext cx="607219" cy="22860"/>
          </a:xfrm>
          <a:prstGeom prst="roundRect">
            <a:avLst>
              <a:gd name="adj" fmla="val 796920"/>
            </a:avLst>
          </a:prstGeom>
          <a:solidFill>
            <a:srgbClr val="C1C3D0"/>
          </a:solidFill>
          <a:ln/>
        </p:spPr>
      </p:sp>
      <p:sp>
        <p:nvSpPr>
          <p:cNvPr id="5" name="Shape 3"/>
          <p:cNvSpPr/>
          <p:nvPr/>
        </p:nvSpPr>
        <p:spPr>
          <a:xfrm>
            <a:off x="7087493" y="1628299"/>
            <a:ext cx="455414" cy="455414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359" y="1656219"/>
            <a:ext cx="319564" cy="399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39860" y="1697831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Activities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08422" y="2152174"/>
            <a:ext cx="559474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Login, Quiz, Results, Profile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520047" y="3058954"/>
            <a:ext cx="607219" cy="22860"/>
          </a:xfrm>
          <a:prstGeom prst="roundRect">
            <a:avLst>
              <a:gd name="adj" fmla="val 796920"/>
            </a:avLst>
          </a:prstGeom>
          <a:solidFill>
            <a:srgbClr val="C1C3D0"/>
          </a:solidFill>
          <a:ln/>
        </p:spPr>
      </p:sp>
      <p:sp>
        <p:nvSpPr>
          <p:cNvPr id="10" name="Shape 7"/>
          <p:cNvSpPr/>
          <p:nvPr/>
        </p:nvSpPr>
        <p:spPr>
          <a:xfrm>
            <a:off x="7087493" y="2842736"/>
            <a:ext cx="455414" cy="455414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359" y="2870656"/>
            <a:ext cx="319564" cy="3994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27231" y="2912269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Fragments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8327231" y="3366611"/>
            <a:ext cx="559474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List, Leaderboard, Profile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503134" y="4105751"/>
            <a:ext cx="607219" cy="22860"/>
          </a:xfrm>
          <a:prstGeom prst="roundRect">
            <a:avLst>
              <a:gd name="adj" fmla="val 796920"/>
            </a:avLst>
          </a:prstGeom>
          <a:solidFill>
            <a:srgbClr val="C1C3D0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7493" y="3889534"/>
            <a:ext cx="455414" cy="455414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359" y="3917454"/>
            <a:ext cx="319564" cy="3994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860" y="3959066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Management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708422" y="4413409"/>
            <a:ext cx="559474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Helper handles SQLite operations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520047" y="5152549"/>
            <a:ext cx="607219" cy="22860"/>
          </a:xfrm>
          <a:prstGeom prst="roundRect">
            <a:avLst>
              <a:gd name="adj" fmla="val 796920"/>
            </a:avLst>
          </a:prstGeom>
          <a:solidFill>
            <a:srgbClr val="C1C3D0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7493" y="4936331"/>
            <a:ext cx="455414" cy="455414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359" y="4964251"/>
            <a:ext cx="319564" cy="3994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27231" y="5005864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Authentication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8327231" y="5460206"/>
            <a:ext cx="559474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login and user data protection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6503134" y="6199346"/>
            <a:ext cx="607219" cy="22860"/>
          </a:xfrm>
          <a:prstGeom prst="roundRect">
            <a:avLst>
              <a:gd name="adj" fmla="val 796920"/>
            </a:avLst>
          </a:prstGeom>
          <a:solidFill>
            <a:srgbClr val="C1C3D0"/>
          </a:solidFill>
          <a:ln/>
        </p:spPr>
      </p:sp>
      <p:sp>
        <p:nvSpPr>
          <p:cNvPr id="25" name="Shape 19"/>
          <p:cNvSpPr/>
          <p:nvPr/>
        </p:nvSpPr>
        <p:spPr>
          <a:xfrm>
            <a:off x="7087493" y="5983129"/>
            <a:ext cx="455414" cy="455414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359" y="6011049"/>
            <a:ext cx="319564" cy="3994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39860" y="6052661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Navigation</a:t>
            </a:r>
            <a:endParaRPr lang="en-US" sz="2050" dirty="0"/>
          </a:p>
        </p:txBody>
      </p:sp>
      <p:sp>
        <p:nvSpPr>
          <p:cNvPr id="28" name="Text 21"/>
          <p:cNvSpPr/>
          <p:nvPr/>
        </p:nvSpPr>
        <p:spPr>
          <a:xfrm>
            <a:off x="708422" y="6507004"/>
            <a:ext cx="559474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UI and smooth user flow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149310"/>
            <a:ext cx="2668905" cy="59308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7139" y="304335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Screen from the 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7139" y="397263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the of the options are of different color inorder to distinguishing from each other easier. 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7139" y="486096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214795"/>
            <a:ext cx="2609969" cy="57998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8584" y="331422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LEADERBOARD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768584" y="4243507"/>
            <a:ext cx="71110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a screen from the app that shows the leaderboard after the test is complete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6753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Credits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313509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74884" y="3530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Sindhuja Arnepalli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4884" y="4016216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AP22110011444 - 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547" y="3313509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40122" y="3530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Nithyasri Vadapalli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0122" y="4016216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AP22110011443 -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4796076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4884" y="50126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Sathvik Reddy Sama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4884" y="5498783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AP22110011491 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23547" y="4796076"/>
            <a:ext cx="6448663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0122" y="50126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Rishitha Kota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40122" y="5498783"/>
            <a:ext cx="60155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AP22110011489 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2025-04-30T11:47:10Z</dcterms:created>
  <dcterms:modified xsi:type="dcterms:W3CDTF">2025-04-30T11:47:10Z</dcterms:modified>
</cp:coreProperties>
</file>